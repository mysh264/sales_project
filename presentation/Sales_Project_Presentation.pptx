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National Industrial Gas Plant · Oman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Cylinder Operations,
Finally Under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9AA7BD"/>
                </a:solidFill>
                <a:latin typeface="Arial"/>
              </a:rPr>
              <a:t>One platform to track every cylinder from the warehouse to the customer, capture every sale, and know exactly who did what — across all your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Cylinder traceability, warehouse →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Untracked sales — every invoice is logged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840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526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Audit trail of every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Web &amp; Mobile   ·   Multi-branch   ·   Role-based access   ·   Full audit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The three leaks every cylinder business 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Missing cylinders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Between warehouse and customer, cylinders disappear — no one can say where, or whose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Cash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7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Hand-written invoices, cash collected but not recorded, debt no one can reconcile at month-end.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No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When something is wrong, no record of who changed it, when, or from 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FFFFFF"/>
                </a:solidFill>
                <a:latin typeface="Arial"/>
              </a:rPr>
              <a:t>This platform closes all three — and proves it with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Every cylinder,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Loader hand-off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Salesman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057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Reconcile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AA7BD"/>
                </a:solidFill>
                <a:latin typeface="Arial"/>
              </a:rPr>
              <a:t>A cylinder is never "lost in the system." Each step is recorded with who handled it, what was sold, and what came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No more "missing"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variances surface per route, not at month-end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Cash clarity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every delivery is an invoice; debt tracked per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Accountability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each step tied to a person and time, in the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Six capabilities,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Sales &amp; Invoicing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Guided invoicing with correct totals &amp; VAT, on phone or desktop.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Inventory &amp;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7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Morning loads and daily reconciliation, route by route.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Finance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Debt, collections and write-offs — all with a paper trail.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User &amp; Role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5 roles, customizable permissions, branch-scoped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Strong passwords, multi-factor login, lockout on attacks.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Multi-branch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One system, many branches, each seeing only its own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Inside the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Real screens, real data</a:t>
            </a:r>
          </a:p>
        </p:txBody>
      </p:sp>
      <p:pic>
        <p:nvPicPr>
          <p:cNvPr id="4" name="Picture 3" descr="shot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566160" cy="2756344"/>
          </a:xfrm>
          <a:prstGeom prst="rect">
            <a:avLst/>
          </a:prstGeom>
        </p:spPr>
      </p:pic>
      <p:pic>
        <p:nvPicPr>
          <p:cNvPr id="5" name="Picture 4" descr="shot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28800"/>
            <a:ext cx="3566160" cy="3477006"/>
          </a:xfrm>
          <a:prstGeom prst="rect">
            <a:avLst/>
          </a:prstGeom>
        </p:spPr>
      </p:pic>
      <p:pic>
        <p:nvPicPr>
          <p:cNvPr id="6" name="Picture 5" descr="shot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0"/>
            <a:ext cx="3566160" cy="2830640"/>
          </a:xfrm>
          <a:prstGeom prst="rect">
            <a:avLst/>
          </a:prstGeom>
        </p:spPr>
      </p:pic>
      <p:pic>
        <p:nvPicPr>
          <p:cNvPr id="7" name="Picture 6" descr="shot_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14800"/>
            <a:ext cx="3566160" cy="2632520"/>
          </a:xfrm>
          <a:prstGeom prst="rect">
            <a:avLst/>
          </a:prstGeom>
        </p:spPr>
      </p:pic>
      <p:pic>
        <p:nvPicPr>
          <p:cNvPr id="8" name="Picture 7" descr="shot_newor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114800"/>
            <a:ext cx="3566160" cy="4957953"/>
          </a:xfrm>
          <a:prstGeom prst="rect">
            <a:avLst/>
          </a:prstGeom>
        </p:spPr>
      </p:pic>
      <p:pic>
        <p:nvPicPr>
          <p:cNvPr id="9" name="Picture 8" descr="shot_aud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114800"/>
            <a:ext cx="3566160" cy="2721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Mobile &amp;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Your team uses it on the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9AA7BD"/>
                </a:solidFill>
                <a:latin typeface="Arial"/>
              </a:rPr>
              <a:t>The same application, fully responsive — salesmen take orders and managers approve on their phones. No second app to build or maintain.</a:t>
            </a:r>
          </a:p>
        </p:txBody>
      </p:sp>
      <p:pic>
        <p:nvPicPr>
          <p:cNvPr id="5" name="Picture 4" descr="shot_m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2560320" cy="5540795"/>
          </a:xfrm>
          <a:prstGeom prst="rect">
            <a:avLst/>
          </a:prstGeom>
        </p:spPr>
      </p:pic>
      <p:pic>
        <p:nvPicPr>
          <p:cNvPr id="6" name="Picture 5" descr="shot_m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2560320"/>
            <a:ext cx="2560320" cy="14508480"/>
          </a:xfrm>
          <a:prstGeom prst="rect">
            <a:avLst/>
          </a:prstGeom>
        </p:spPr>
      </p:pic>
      <p:pic>
        <p:nvPicPr>
          <p:cNvPr id="7" name="Picture 6" descr="shot_m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60320"/>
            <a:ext cx="2560320" cy="10943727"/>
          </a:xfrm>
          <a:prstGeom prst="rect">
            <a:avLst/>
          </a:prstGeom>
        </p:spPr>
      </p:pic>
      <p:pic>
        <p:nvPicPr>
          <p:cNvPr id="8" name="Picture 7" descr="shot_m_new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2560320"/>
            <a:ext cx="2560320" cy="26771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Capability ·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Sales &amp; Invoicing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BEFORE: invoices hand-written — totals and VAT don't add up; no record of who sold what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NOW: guided invoicing with live accurate totals &amp; VAT; every sale logged; managers see all branch sales</a:t>
            </a:r>
          </a:p>
        </p:txBody>
      </p:sp>
      <p:pic>
        <p:nvPicPr>
          <p:cNvPr id="5" name="Picture 4" descr="shot_new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5486400" cy="7627620"/>
          </a:xfrm>
          <a:prstGeom prst="rect">
            <a:avLst/>
          </a:prstGeom>
        </p:spPr>
      </p:pic>
      <p:pic>
        <p:nvPicPr>
          <p:cNvPr id="6" name="Picture 5" descr="shot_all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5486400" cy="4050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Capability ·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Inventory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BEFORE: cylinders disappear; reconciliation late, by memory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NOW: morning load recorded per salesman; evening match loaded vs invoiced; variances flagged per route</a:t>
            </a:r>
          </a:p>
        </p:txBody>
      </p:sp>
      <p:pic>
        <p:nvPicPr>
          <p:cNvPr id="5" name="Picture 4" descr="shot_lo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5486400" cy="4088130"/>
          </a:xfrm>
          <a:prstGeom prst="rect">
            <a:avLst/>
          </a:prstGeom>
        </p:spPr>
      </p:pic>
      <p:pic>
        <p:nvPicPr>
          <p:cNvPr id="6" name="Picture 5" descr="shot_reconcile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54864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Capability ·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Finance &amp; Receivables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BEFORE: debt in notebooks; write-offs untraceable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9AA7BD"/>
                </a:solidFill>
                <a:latin typeface="Arial"/>
              </a:rPr>
              <a:t>•  NOW: debt tracked per customer; write-offs need permission + audit; overview at a glance</a:t>
            </a:r>
          </a:p>
        </p:txBody>
      </p:sp>
      <p:pic>
        <p:nvPicPr>
          <p:cNvPr id="5" name="Picture 4" descr="shot_reconcile_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5486400" cy="3810000"/>
          </a:xfrm>
          <a:prstGeom prst="rect">
            <a:avLst/>
          </a:prstGeom>
        </p:spPr>
      </p:pic>
      <p:pic>
        <p:nvPicPr>
          <p:cNvPr id="6" name="Picture 5" descr="shot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5486400" cy="4050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Trust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Who can see what — and it's all logged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Right access, per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5 built-in roles plus customizable permissions. Branch data scoped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Protected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7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Strong password hashing, multi-factor login, lockout after failed attempts.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Every action is recorded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Create, change or delete — logs who, what, before/after, from 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You stay in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User directory shows who created and last changed each account.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Proof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Not just built —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Code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Type-check &amp; lint pass with zero errors. 16 automated tests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Production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7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Builds and runs as a standalone server, ready to deploy.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Live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Protected screens require login; system reports its own health.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Real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Screenshots are from a live working instance — not mockups.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Ready to run your branches on one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9AA7BD"/>
                </a:solidFill>
                <a:latin typeface="Arial"/>
              </a:rPr>
              <a:t>Next steps we recommend: automated tests on every update, a warehouse screen, bulk customer/product import, and exportable reports (reconciliation, debt aging, sales by cylinder).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rial"/>
              </a:rPr>
              <a:t>Deployable today   ·   Branch-scoped   ·   Audited   ·   Mobile-ready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7BD"/>
                </a:solidFill>
                <a:latin typeface="Arial"/>
              </a:rPr>
              <a:t>National Industrial Gas Plant · Operations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